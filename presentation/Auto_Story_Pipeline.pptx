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media/slide1_image1.png" ContentType="image/png"/>
  <Override PartName="/ppt/media/slide1_image2.png" ContentType="image/png"/>
  <Override PartName="/ppt/media/slide1_image3.png" ContentType="image/png"/>
  <Override PartName="/ppt/media/slide1_image4.png" ContentType="image/png"/>
  <Override PartName="/ppt/media/slide1_image5.png" ContentType="image/png"/>
  <Override PartName="/ppt/media/slide1_image6.png" ContentType="image/png"/>
  <Override PartName="/ppt/media/slide2_image1.png" ContentType="image/png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>
        <p:cNvPr id="1" name=""/>
        <p:cNvGrpSp/>
        <p:nvPr/>
      </p:nvGrpSp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/>
    <p:spTree>
      <p:nvGrpSp>
        <p:cNvPr id="1" name=""/>
        <p:cNvGrpSp/>
        <p:nvPr/>
      </p:nvGrpSp>
      <p:grpSpPr/>
    </p:spTree>
  </p:cSld>
  <p:clrMap bg1="lt1" tx1="dk1" bg2="lt2" tx2="dk2" accent1="accent1" accent2="accent2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1_image1.png"/>
  <Relationship Id="rId2" Type="http://schemas.openxmlformats.org/officeDocument/2006/relationships/image" Target="../media/slide1_image2.png"/>
  <Relationship Id="rId3" Type="http://schemas.openxmlformats.org/officeDocument/2006/relationships/image" Target="../media/slide1_image3.png"/>
  <Relationship Id="rId4" Type="http://schemas.openxmlformats.org/officeDocument/2006/relationships/image" Target="../media/slide1_image4.png"/>
  <Relationship Id="rId5" Type="http://schemas.openxmlformats.org/officeDocument/2006/relationships/image" Target="../media/slide1_image5.png"/>
  <Relationship Id="rId6" Type="http://schemas.openxmlformats.org/officeDocument/2006/relationships/image" Target="../media/slide1_image6.png"/>
  <Relationship Id="rId7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2_image1.png"/>
  <Relationship Id="rId2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>
        <p:cNvPr id="1" name=""/>
        <p:cNvGrpSp/>
        <p:nvPr/>
      </p:nvGrpSp>
      <p:grpSpPr/>
      <p:sp>
        <p:nvSp>
          <p:cNvPr id="9001" name="Title"/>
          <p:cNvSpPr txBox="1"/>
          <p:nvPr/>
        </p:nvSp>
        <p:spPr>
          <a:xfrm>
            <a:off x="180000" y="120000"/>
            <a:ext cx="11832000" cy="500000"/>
          </a:xfrm>
        </p:spPr>
        <p:txBody>
          <a:bodyPr/>
          <a:p>
            <a:r>
              <a:rPr sz="2400" b="1" lang="en-US"/>
              <a:t>Auto Story Pipeline — extracted regions</a:t>
            </a:r>
          </a:p>
        </p:txBody>
      </p:sp>
      <p:sp>
        <p:nvSp>
          <p:cNvPr id="9100" name="Lbl0"/>
          <p:cNvSpPr txBox="1"/>
          <p:nvPr/>
        </p:nvSp>
        <p:spPr>
          <a:xfrm>
            <a:off x="120000" y="210000"/>
            <a:ext cx="3917333" cy="320000"/>
          </a:xfrm>
        </p:spPr>
        <p:txBody>
          <a:bodyPr/>
          <a:p>
            <a:r>
              <a:rPr sz="880" lang="en-US"/>
              <a:t>Input · scene-marked story text</a:t>
            </a:r>
          </a:p>
        </p:txBody>
      </p:sp>
      <p:pic>
        <p:nvPicPr>
          <p:cNvPr id="9200" name="Pic1"/>
          <p:cNvPicPr/>
          <p:nvPr/>
        </p:nvPicPr>
        <p:blipFill>
          <a:blip r:embed="rId1"/>
          <a:stretch>
            <a:fillRect/>
          </a:stretch>
        </p:blipFill>
        <p:spPr>
          <a:xfrm>
            <a:off x="120000" y="550000"/>
            <a:ext cx="3917333" cy="2674000"/>
          </a:xfrm>
        </p:spPr>
      </p:pic>
      <p:sp>
        <p:nvSp>
          <p:cNvPr id="9101" name="Lbl1"/>
          <p:cNvSpPr txBox="1"/>
          <p:nvPr/>
        </p:nvSp>
        <p:spPr>
          <a:xfrm>
            <a:off x="4137333" y="210000"/>
            <a:ext cx="3917333" cy="320000"/>
          </a:xfrm>
        </p:spPr>
        <p:txBody>
          <a:bodyPr/>
          <a:p>
            <a:r>
              <a:rPr sz="880" lang="en-US"/>
              <a:t>Parser &amp; entity-count router</a:t>
            </a:r>
          </a:p>
        </p:txBody>
      </p:sp>
      <p:pic>
        <p:nvPicPr>
          <p:cNvPr id="9201" name="Pic2"/>
          <p:cNvPicPr/>
          <p:nvPr/>
        </p:nvPicPr>
        <p:blipFill>
          <a:blip r:embed="rId2"/>
          <a:stretch>
            <a:fillRect/>
          </a:stretch>
        </p:blipFill>
        <p:spPr>
          <a:xfrm>
            <a:off x="4137333" y="550000"/>
            <a:ext cx="3917333" cy="2674000"/>
          </a:xfrm>
        </p:spPr>
      </p:pic>
      <p:sp>
        <p:nvSp>
          <p:cNvPr id="9102" name="Lbl2"/>
          <p:cNvSpPr txBox="1"/>
          <p:nvPr/>
        </p:nvSp>
        <p:spPr>
          <a:xfrm>
            <a:off x="8154666" y="210000"/>
            <a:ext cx="3917333" cy="320000"/>
          </a:xfrm>
        </p:spPr>
        <p:txBody>
          <a:bodyPr/>
          <a:p>
            <a:r>
              <a:rPr sz="880" lang="en-US"/>
              <a:t>Single path · Anchor + SDXL-Turbo + IP-Adapter λ=0.3</a:t>
            </a:r>
          </a:p>
        </p:txBody>
      </p:sp>
      <p:pic>
        <p:nvPicPr>
          <p:cNvPr id="9202" name="Pic3"/>
          <p:cNvPicPr/>
          <p:nvPr/>
        </p:nvPicPr>
        <p:blipFill>
          <a:blip r:embed="rId3"/>
          <a:stretch>
            <a:fillRect/>
          </a:stretch>
        </p:blipFill>
        <p:spPr>
          <a:xfrm>
            <a:off x="8154666" y="550000"/>
            <a:ext cx="3917333" cy="2674000"/>
          </a:xfrm>
        </p:spPr>
      </p:pic>
      <p:sp>
        <p:nvSp>
          <p:cNvPr id="9103" name="Lbl3"/>
          <p:cNvSpPr txBox="1"/>
          <p:nvPr/>
        </p:nvSp>
        <p:spPr>
          <a:xfrm>
            <a:off x="120000" y="3304000"/>
            <a:ext cx="3917333" cy="320000"/>
          </a:xfrm>
        </p:spPr>
        <p:txBody>
          <a:bodyPr/>
          <a:p>
            <a:r>
              <a:rPr sz="880" lang="en-US"/>
              <a:t>Multi path · StoryDiffusion (no single-anchor IP-Adapter)</a:t>
            </a:r>
          </a:p>
        </p:txBody>
      </p:sp>
      <p:pic>
        <p:nvPicPr>
          <p:cNvPr id="9203" name="Pic4"/>
          <p:cNvPicPr/>
          <p:nvPr/>
        </p:nvPicPr>
        <p:blipFill>
          <a:blip r:embed="rId4"/>
          <a:stretch>
            <a:fillRect/>
          </a:stretch>
        </p:blipFill>
        <p:spPr>
          <a:xfrm>
            <a:off x="120000" y="3644000"/>
            <a:ext cx="3917333" cy="2674000"/>
          </a:xfrm>
        </p:spPr>
      </p:pic>
      <p:sp>
        <p:nvSp>
          <p:cNvPr id="9104" name="Lbl4"/>
          <p:cNvSpPr txBox="1"/>
          <p:nvPr/>
        </p:nvSp>
        <p:spPr>
          <a:xfrm>
            <a:off x="4137333" y="3304000"/>
            <a:ext cx="3917333" cy="320000"/>
          </a:xfrm>
        </p:spPr>
        <p:txBody>
          <a:bodyPr/>
          <a:p>
            <a:r>
              <a:rPr sz="880" lang="en-US"/>
              <a:t>Output · N story panels</a:t>
            </a:r>
          </a:p>
        </p:txBody>
      </p:sp>
      <p:pic>
        <p:nvPicPr>
          <p:cNvPr id="9204" name="Pic5"/>
          <p:cNvPicPr/>
          <p:nvPr/>
        </p:nvPicPr>
        <p:blipFill>
          <a:blip r:embed="rId5"/>
          <a:stretch>
            <a:fillRect/>
          </a:stretch>
        </p:blipFill>
        <p:spPr>
          <a:xfrm>
            <a:off x="4137333" y="3644000"/>
            <a:ext cx="3917333" cy="2674000"/>
          </a:xfrm>
        </p:spPr>
      </p:pic>
      <p:sp>
        <p:nvSp>
          <p:cNvPr id="9105" name="Lbl5"/>
          <p:cNvSpPr txBox="1"/>
          <p:nvPr/>
        </p:nvSp>
        <p:spPr>
          <a:xfrm>
            <a:off x="8154666" y="3304000"/>
            <a:ext cx="3917333" cy="320000"/>
          </a:xfrm>
        </p:spPr>
        <p:txBody>
          <a:bodyPr/>
          <a:p>
            <a:r>
              <a:rPr sz="880" lang="en-US"/>
              <a:t>Sidebar · Future work · DiT (exploratory)</a:t>
            </a:r>
          </a:p>
        </p:txBody>
      </p:sp>
      <p:pic>
        <p:nvPicPr>
          <p:cNvPr id="9205" name="Pic6"/>
          <p:cNvPicPr/>
          <p:nvPr/>
        </p:nvPicPr>
        <p:blipFill>
          <a:blip r:embed="rId6"/>
          <a:stretch>
            <a:fillRect/>
          </a:stretch>
        </p:blipFill>
        <p:spPr>
          <a:xfrm>
            <a:off x="8154666" y="3644000"/>
            <a:ext cx="3917333" cy="2674000"/>
          </a:xfr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>
        <p:cNvPr id="1" name=""/>
        <p:cNvGrpSp/>
        <p:nvPr/>
      </p:nvGrpSp>
      <p:grpSpPr/>
      <p:pic>
        <p:nvPicPr>
          <p:cNvPr id="2" name="FullDiagram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accent1>
        <a:srgbClr val="5B9BD5"/>
      </a:accent1>
      <a:accent2>
        <a:srgbClr val="70AD47"/>
      </a:accent2>
    </a:clrScheme>
    <a:fontScheme name="Office">
      <a:majorFont/>
      <a:minorFont/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Story pipeline builder</Application>
</Properties>
</file>

<file path=docProps/core.xml><?xml version="1.0" encoding="utf-8"?>
<cp:coreProperties xmlns:cp="http://schemas.openxmlformats.org/package/2006/metadata/core-properties" xmlns:dc="http://purl.org/dc/elements/1.1/">
  <dc:title>Auto Story Pipeline</dc:title>
</cp:coreProperties>
</file>